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57" r:id="rId9"/>
    <p:sldId id="259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EDCAF-4D1B-016E-5704-5BD49E3E9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192393-4BE2-7839-A72D-1E97CF8B6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EC194-5EDF-7E30-3ACF-93675BAC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88993F-56E4-9E39-FE68-78C78A40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D822C3-636B-CA22-7126-EBD38AC2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474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09A7D-705D-1E5A-AD59-8A92901F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5D118D-7AAC-B2E9-9B7D-978141E2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138418-2786-BEDD-87B9-314E1D40E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972F93-3627-5B37-0C7E-AAAB882D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AAB9C2-09B9-CAE4-0ECD-917DC59F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258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F5A25-C8DD-333E-A378-6BE369A9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14AB5D-7195-6AA8-D5B2-DE95A6536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678F0-1FC5-23F1-F599-13A0896D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6A9D8-1D8B-3A99-6205-3BC5FCE1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9B8538-9E7F-DE99-E82E-69F6BD5D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9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656D4-B14F-F67E-D638-2AD3D575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56358-049B-1B55-0257-6402F7FE4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613D5C-8AB0-A136-21D9-CC0FDBA77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65DAE4-1EBF-0C16-500E-EF30A2AB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1B2B53-7561-57E3-9AA3-E9E2A2A1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A899DE-EC05-F89A-CE37-AE5E295E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304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B0847-6CD3-DCA0-39C5-78E1929E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6FFBF2-0E24-0842-E2D0-69600E2D2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9D40C3-2336-83C2-9DB5-AEFE79B58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8BF6D-3D86-9A82-8A42-FC59E6BBE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D0DCF7-DF7A-C006-E2DE-C6249DC03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06F050-D238-B5CE-40EB-686F9013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FF4304B-1429-83EE-4A66-310C9819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204488-6BD8-D819-BF79-0848154C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19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6D04B-47DA-FC35-B320-679D6985B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679C32-AE74-995C-414C-5E9E1B82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0E703F-EC75-D28B-525C-7FE65BD8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F66FD8-B6B8-12FF-F36D-0B4B111C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75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9566749-ACA6-3882-C151-510A03FF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8BF62F-27F4-ED2D-5590-DC42BF77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2CEDA6-B274-7C9C-147C-F5535F79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87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056DD-098D-0C74-47BA-EE6995AB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823FB6-82BC-BCF8-0AD7-655EC728D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0600A2-8042-D87F-93ED-745F9C82E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68A72C-F954-34DF-6B6C-E0F6DEA1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EE2AA6-697D-77E9-6D1B-C0621A2C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B5EE35-D5D9-8CAE-80AD-698988B4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47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928F7-0EE2-5096-0B34-5872BF63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F7056E-F928-E7DB-0457-F5B974657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EF4FF9-CABD-F028-3832-D887CBB6F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C95F5A-D93D-AF7E-3B37-E7DFD194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2DEF09-10E0-0F61-0300-BB110451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2AA6A1-B74C-1C42-D392-85166461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68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14EDA-880A-5794-5B42-DCFBFFA2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7D53DA-0204-3DBB-AE43-93FFA459B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DE58CF-6749-8FCB-B739-F2DE340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46F784-7D0F-0C05-9DC4-C5B24B95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5DE72B-DAA1-E93D-AA7A-3B997E20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20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46959F-840A-5C85-82EB-0FAD523E3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2FFA78-5489-0B29-0B0E-EC83ED420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047D1D-9128-A213-EE8C-AD70BD00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FB08E9-23A6-51A5-56E0-3D767285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F2C24E-21DC-7985-E960-729A815A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70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4B2A4FF-FB24-9C3F-4B56-7147503CF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87ED4E-F2C3-BA9E-F19D-23443A4A6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52665C-5D65-F838-C2B5-1290C8D18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30E97-2AD6-40BB-92BE-945924B179C9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290E6D-FFC3-2682-BD64-1A43C3D1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C4C69F-680C-9FBD-5F87-4BE86F6E3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6702-6F10-4747-97BE-3A5278CB5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60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424ED16-7C0D-BA05-A55C-4414DB0CC753}"/>
              </a:ext>
            </a:extLst>
          </p:cNvPr>
          <p:cNvSpPr txBox="1"/>
          <p:nvPr/>
        </p:nvSpPr>
        <p:spPr>
          <a:xfrm>
            <a:off x="191311" y="165370"/>
            <a:ext cx="141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InTER"/>
              </a:rPr>
              <a:t>LOGO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B2D5653-6A45-86DF-D8C9-72B956521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70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F6855E1-1EED-CC43-36C9-C5E85C7F8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16032"/>
            <a:ext cx="10905066" cy="36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9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CF190F1-42A9-004A-E58A-E4428451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58" r="22120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70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435174-C817-FF07-A34B-F967E8EFD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7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5249B0-EB51-9E98-1C91-D6606F60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46" r="22532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57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B8296B4-2694-BBF3-EA21-F7B8BAD4B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7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5BCCC7-5620-1B6D-5191-AB36B406F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9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20CA6B2-7912-1DB1-20E9-23A4B0B3F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30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414F620-FFF7-DF7E-09C3-FCC553429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87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Confar - Biasi Engenharia</dc:creator>
  <cp:lastModifiedBy>Paulo Confar - Biasi Engenharia</cp:lastModifiedBy>
  <cp:revision>1</cp:revision>
  <dcterms:created xsi:type="dcterms:W3CDTF">2026-09-26T15:51:56Z</dcterms:created>
  <dcterms:modified xsi:type="dcterms:W3CDTF">2026-09-26T17:24:35Z</dcterms:modified>
</cp:coreProperties>
</file>